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FFD43-A249-05BB-1625-F5083CD7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718A06-FE49-5DEA-FA48-63721FF99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9E238E-4338-11B6-0AA5-84F08588B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68F4FA-64BF-CE23-C590-A450AC7D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495F52-8FB5-9D27-71DE-D5480A60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73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83084-EAAB-DE63-6A62-D4E83CC2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2B75F-5742-FF61-6777-DCF2EAACF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9FD365-9BB6-0A5A-6335-4E323052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6374DF-0871-32D0-3DA9-2CC5E4DA0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FCCB0D-C05E-4932-9939-0F6E0457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87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4ED42-DA17-5507-FD81-A9318797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CBFF2F-B05E-E11B-9112-C9CD0161A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497B74-136C-B73C-A0EB-561FC2A1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DFC64A-CBBF-E23A-C3AD-E98C433D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139381-C3ED-843F-B833-5844E7D4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52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0D402-F033-E333-3062-B0858D7F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8135D-AEE5-8B6C-B06A-95F93BC8C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145E5E-97FE-D9D3-D1DD-C14ECB8CE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84097E-F9B4-AA17-9EEC-85379F6E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C4DFD4-C8E5-5F01-725F-6E8E83C3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D245FC-6A88-B6BA-7591-D0D86802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803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0F7F7-B4A2-4E90-033C-4CB1B4C4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96F27A-2413-63EB-F77A-DBDF246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74E9D-2476-D9E6-2C95-5EFE7793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D4D3FFC-04A4-420B-B376-CCAF6AB75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5B8011B-EAD8-9236-22D2-36AD45AAA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B6F187B-3585-FD02-14B0-2BB7F99C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9D19C1-24C1-8FBD-E968-A9411E0A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7EE885-35A1-7E22-6F9C-9D6EEC7C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47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6955D-DB86-FE67-D7C4-4E621112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A53A0F8-E63B-18EF-3917-249918D6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AA67C9-B4F1-A525-A0AA-4EE086E1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0C5C74-B642-ACF3-1DF6-8E486530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33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60C091-9C71-8635-0F33-94311A8B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2D434D-3B05-B710-A0C1-D12519B4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DE8643-C4C6-F838-EE83-BE253F94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899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78728A-E76F-5BD7-FB94-98D00EF5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F855DC-BDDD-53E1-1D85-A90B6498F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01EB26-51E4-A468-D155-1C159049E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CA83BF-49CE-4AAA-0982-7854941A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33B4B2-CBE8-7B67-564D-C9294D12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553F93-9808-D02A-737C-502F1CA6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53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16437-1C60-1748-B500-409868B0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10EE34-8B0F-BC0C-85E1-513C3659B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A08673-7B0B-6810-0F4E-20707B474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5F6091-4C87-6C1B-3EF1-4BAFB437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A5C245-2FD3-C911-14A2-97A6E21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D9FDC1-9E84-CEF1-413B-FC89AA5D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27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DB446-AC68-3EF8-59E7-677F8F6D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0D3FCD-B815-99BF-02C2-2465C095C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637F8-1D66-3428-FD24-BD917A95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F81D88-7E20-C0F2-3276-251316C5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8475B2-307D-AB34-E035-BBE2C9CD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13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4133E3-317A-2672-C913-2B656EAA9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6D27EA-58AE-DA3D-7B1E-B39C6A8BB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BA73F1-98BB-600B-EAA2-CFCC8565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A12523-21B4-C823-F5BB-9D73D604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EAF524-9AC9-AD20-2A6D-D58BA3A7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40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B41608B-8F79-EFBA-EF3C-5DF33376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7471FF-BF01-5068-A7FB-6BA4FC84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5743AA-F86C-724D-4631-C053492E8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E5266-B20E-E242-AED6-99D5CFCD9481}" type="datetimeFigureOut">
              <a:rPr lang="fr-FR" smtClean="0"/>
              <a:t>17/06/2024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5ADBE2-AF50-2F5D-84BE-D4A3B908A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C1939-DB48-CE5B-AA5A-17820DBF6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2974C-795E-6C46-A300-D09EE5FAB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35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AFFC1-28D5-8A39-27DE-F0FD5D973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8ECBD3-EA1B-2A96-900C-C4960758E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36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519A4BA3-A252-227F-4670-1D94E5613561}"/>
              </a:ext>
            </a:extLst>
          </p:cNvPr>
          <p:cNvSpPr/>
          <p:nvPr/>
        </p:nvSpPr>
        <p:spPr>
          <a:xfrm>
            <a:off x="4343958" y="3511800"/>
            <a:ext cx="1080000" cy="108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3F96CDC-7B70-6258-D198-E1AAF4199FF5}"/>
              </a:ext>
            </a:extLst>
          </p:cNvPr>
          <p:cNvSpPr txBox="1"/>
          <p:nvPr/>
        </p:nvSpPr>
        <p:spPr>
          <a:xfrm>
            <a:off x="4540800" y="3728633"/>
            <a:ext cx="67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aseline="30000" dirty="0"/>
              <a:t>1</a:t>
            </a:r>
            <a:r>
              <a:rPr lang="fr-FR" sz="3600" dirty="0"/>
              <a:t>H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DC7908FA-0360-41B6-774C-6260E50DD97F}"/>
              </a:ext>
            </a:extLst>
          </p:cNvPr>
          <p:cNvSpPr/>
          <p:nvPr/>
        </p:nvSpPr>
        <p:spPr>
          <a:xfrm>
            <a:off x="4883958" y="2529000"/>
            <a:ext cx="1800000" cy="18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DB7320A-5285-A91A-37EE-48326BF8B90F}"/>
              </a:ext>
            </a:extLst>
          </p:cNvPr>
          <p:cNvSpPr/>
          <p:nvPr/>
        </p:nvSpPr>
        <p:spPr>
          <a:xfrm>
            <a:off x="6143958" y="3511800"/>
            <a:ext cx="1080000" cy="108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C847A9E-9158-8BDC-92C8-52FFD6005FDB}"/>
              </a:ext>
            </a:extLst>
          </p:cNvPr>
          <p:cNvSpPr txBox="1"/>
          <p:nvPr/>
        </p:nvSpPr>
        <p:spPr>
          <a:xfrm>
            <a:off x="5239672" y="3188634"/>
            <a:ext cx="1088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aseline="30000" dirty="0"/>
              <a:t>18</a:t>
            </a:r>
            <a:r>
              <a:rPr lang="fr-FR" sz="3600" dirty="0"/>
              <a:t>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E2EC753-8A74-9618-B34C-40ED14834678}"/>
              </a:ext>
            </a:extLst>
          </p:cNvPr>
          <p:cNvSpPr txBox="1"/>
          <p:nvPr/>
        </p:nvSpPr>
        <p:spPr>
          <a:xfrm>
            <a:off x="6345085" y="3728634"/>
            <a:ext cx="67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aseline="30000" dirty="0"/>
              <a:t>1</a:t>
            </a:r>
            <a:r>
              <a:rPr lang="fr-FR" sz="36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5769364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</Words>
  <Application>Microsoft Macintosh PowerPoint</Application>
  <PresentationFormat>Grand écran</PresentationFormat>
  <Paragraphs>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CAUQUOIN ALEXANDRE P</dc:creator>
  <cp:lastModifiedBy>CAUQUOIN ALEXANDRE P</cp:lastModifiedBy>
  <cp:revision>1</cp:revision>
  <dcterms:created xsi:type="dcterms:W3CDTF">2024-06-17T07:33:50Z</dcterms:created>
  <dcterms:modified xsi:type="dcterms:W3CDTF">2024-06-17T09:13:22Z</dcterms:modified>
</cp:coreProperties>
</file>